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uga_hero_dashboard_1776093374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FUGA – Music Product Management</a:t>
            </a:r>
          </a:p>
          <a:p>
            <a:pPr algn="l">
              <a:defRPr sz="2400">
                <a:solidFill>
                  <a:srgbClr val="3B82F6"/>
                </a:solidFill>
              </a:defRPr>
            </a:pPr>
            <a:r>
              <a:t>Engineering for High-Performance Discovery &amp; Secure Asset Lifecycles.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Engineering Philosophy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Focus: Moving beyond 'functional' to 'production-grade.'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Key Challenges Tackled: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High-Bandwidth Asset Management: Efficiently handling large binaries.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Search Latency: Delivering a 'Google-like' instantaneous experience.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Data Integrity: Managing relational mapping between Artists, Products, and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The Standout Feature – 'Survival Mode'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Concept: Decoupling Image entities from the Product life-cycle.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Logic: Images are Permanent Artist Assets, not temporary metadata.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Zero Storage Fragmentation: Deleting a product doesn't orphan assets.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Smart Reuse: High-res art reused across Singles, Albums, and Remixes.</a:t>
            </a:r>
          </a:p>
        </p:txBody>
      </p:sp>
      <p:pic>
        <p:nvPicPr>
          <p:cNvPr id="4" name="Picture 3" descr="fuga_survival_mode_1776093397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Deep Dive – High-Efficiency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Hybrid Strategy: Two-phase approach (Local + Global).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Stack: Redux + React Query + useDebounce (400ms).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Phase 1 (Instant): UI filters React Query cache (0ms response).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Phase 2 (Background): Debounced request hits PostgreSQL GIN Trigram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Deep Dive – Secure &amp; Scalable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Protocol: Protecting backend from heavy binary processing.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Client-Side Compression: Resizing in browser before transfer.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Direct-to-S3 Upload: Node.js server never handles raw binary data.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Atomic Transactions: Prisma Upsert Pattern for safe DB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Optimistic UI: Instant feedback for a seamless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Backend Foundation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Identity: Auth0 PKCE Flow with strict JWT verification.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Safety: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Rate Limiting: express-rate-limit protection.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DB Optimization: GIN Trigram Indexes (pg_trgm) for fuzzy search.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Performance: 'Sub-millisecond fuzzy search as catalog scales.'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Technical Stack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Layer: Frontend (React 19 + Vite) - Auto-memoization.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State: Redux + React Query - Intelligent caching.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Database: PostgreSQL + Prisma - Relational integrity.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Storage: AWS S3 - Direct-to-cloud offloading.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Identity: Auth0 - Enterprise-grade PKCE.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The Dual-User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Guest: The Discovery Layer (Public &amp; Fast)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Instant Catalog Access (No-auth required).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Fuzzy Search (Sub-millisecond typo handling).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Browsing with ZLS (Zero Layout Shift).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Optimized Asset Streaming (Direct from S3).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Admin: The Secure Lifecycle (Authorized &amp; Smart)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Auth0 Identity Protection (PKCE flow).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Direct-to-Cloud Upload Pipeline (S3 Presigned).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Smart Artist Mapping (Prisma Upsert pattern).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Survival Mode Management (Asset persistence).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